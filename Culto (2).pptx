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8c192529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8c192529f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c192529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8c192529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c192529f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c192529f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8c192529f_5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8c192529f_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onometro_5min.gif" id="136" name="Google Shape;1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